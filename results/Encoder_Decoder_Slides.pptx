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ENCODER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BBBB"/>
                </a:solidFill>
              </a:rPr>
              <a:t>Cross-Layer Adaptive QP Video Encoding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1463040" cy="82296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</a:rPr>
              <a:t>📹 Video YUV
Foreman CIF
352×288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463040"/>
            <a:ext cx="2011680" cy="822960"/>
          </a:xfrm>
          <a:prstGeom prst="roundRect">
            <a:avLst/>
          </a:prstGeom>
          <a:solidFill>
            <a:srgbClr val="0D47A1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🔧 BCD+SCA
Optimizer
(8 iterations)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463040"/>
            <a:ext cx="1645920" cy="82296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D54F"/>
                </a:solidFill>
              </a:rPr>
              <a:t>P(t), q(t)
→ R(t)
Channel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5722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463040"/>
            <a:ext cx="1828800" cy="822960"/>
          </a:xfrm>
          <a:prstGeom prst="roundRect">
            <a:avLst/>
          </a:prstGeom>
          <a:solidFill>
            <a:srgbClr val="E65100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📐 QP Mapping
QP = 32-(R-2)×11
Range: 10~32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CAF5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463040"/>
            <a:ext cx="1645920" cy="822960"/>
          </a:xfrm>
          <a:prstGeom prst="roundRect">
            <a:avLst/>
          </a:prstGeom>
          <a:solidFill>
            <a:srgbClr val="1B5E2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🎬 H.264
FFmpeg
Encode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CAF5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64240" y="1463040"/>
            <a:ext cx="914400" cy="82296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CAF50"/>
                </a:solidFill>
              </a:rPr>
              <a:t>💾
.264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43200"/>
            <a:ext cx="3657600" cy="256032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96F3"/>
                </a:solidFill>
              </a:rPr>
              <a:t>⚙️ BCD+SCA Chi Tiết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</a:rPr>
              <a:t>Bước 1: Cố định q(t) → Tối ưu P(t)
   • Giải closed-form (waterfilling)
   • Ràng buộc: P ≤ Pmax, I ≤ Ith
Bước 2: Cố định P(t) → Tối ưu q(t)
   • SCA xấp xỉ Taylor bậc 1
   • SLSQP solver
   • Ràng buộc: tốc độ bay ≤ Vmax
Lặp 8 vòng → QoE hội tụ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743200"/>
            <a:ext cx="3657600" cy="256032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722"/>
                </a:solidFill>
              </a:rPr>
              <a:t>🔄 Adaptive QP vs SVC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2004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</a:rPr>
              <a:t>Adaptive QP (đề xuất):
  • QP thay đổi LIÊN TỤC theo R(t)
  • Tận dụng 100% băng thông
  • Encoder quyết định chất lượng
SVC (truyền thống):
  • QP CỐ ĐỊNH: BL=35, EL=15
  • Chất lượng rời rạc (3 mức)
  • Decoder quyết định chất lượng
  • Lãng phí khi R gần ngưỡng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743200"/>
            <a:ext cx="3840480" cy="256032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</a:rPr>
              <a:t>📊 Công Thức Chính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2004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</a:rPr>
              <a:t>Channel Rate:
  R(t) = log₂(1 + P(t)·h(q(t)) / σ²)
Channel Gain:
  h(q) = β₀ / (‖q - wBS‖² + H²)
QoE Function (Log):
  QoE(R) = log₂(1 + R)
Objective:
  max Σ QoE(R(t))  s.t. constraints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54F"/>
                </a:solidFill>
              </a:rPr>
              <a:t>💡 Key Insight: Kênh truyền (R) trực tiếp điều khiển chất lượng nén (QP) → Cross-layer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DECODER &amp; EVALUATION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BBBB"/>
                </a:solidFill>
              </a:rPr>
              <a:t>H.264 Decoding → PSNR Quality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371600"/>
            <a:ext cx="1280160" cy="77724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</a:rPr>
              <a:t>💾 Bitstream
.264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371600"/>
            <a:ext cx="1463040" cy="777240"/>
          </a:xfrm>
          <a:prstGeom prst="roundRect">
            <a:avLst/>
          </a:prstGeom>
          <a:solidFill>
            <a:srgbClr val="0D47A1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① Parse NAL
SPS/PPS
Slice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371600"/>
            <a:ext cx="1463040" cy="777240"/>
          </a:xfrm>
          <a:prstGeom prst="roundRect">
            <a:avLst/>
          </a:prstGeom>
          <a:solidFill>
            <a:srgbClr val="0D47A1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② Entropy
Decode
CABAC/CAVLC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71600"/>
            <a:ext cx="1463040" cy="777240"/>
          </a:xfrm>
          <a:prstGeom prst="roundRect">
            <a:avLst/>
          </a:prstGeom>
          <a:solidFill>
            <a:srgbClr val="E65100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③ Inverse
Quantize
coeff × Qstep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5722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371600"/>
            <a:ext cx="1463040" cy="777240"/>
          </a:xfrm>
          <a:prstGeom prst="roundRect">
            <a:avLst/>
          </a:prstGeom>
          <a:solidFill>
            <a:srgbClr val="E65100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④ IDCT 4×4
Integer
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CAF5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371600"/>
            <a:ext cx="1371600" cy="777240"/>
          </a:xfrm>
          <a:prstGeom prst="roundRect">
            <a:avLst/>
          </a:prstGeom>
          <a:solidFill>
            <a:srgbClr val="1B5E2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⑤ Prediction
+ Residual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CAF5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81360" y="1371600"/>
            <a:ext cx="1097280" cy="777240"/>
          </a:xfrm>
          <a:prstGeom prst="roundRect">
            <a:avLst/>
          </a:prstGeom>
          <a:solidFill>
            <a:srgbClr val="1B5E2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⑥ Deblock
Filter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731520"/>
            <a:ext cx="2377440" cy="457200"/>
          </a:xfrm>
          <a:prstGeom prst="roundRect">
            <a:avLst/>
          </a:prstGeom>
          <a:solidFill>
            <a:srgbClr val="4A148C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D54F"/>
                </a:solidFill>
              </a:rPr>
              <a:t>QP đọc từ bitstream — decoder tự biết!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743200"/>
            <a:ext cx="5669280" cy="237744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27B0"/>
                </a:solidFill>
              </a:rPr>
              <a:t>📡 SVC Decode Logic (3 mức chất lượng)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303520" cy="5029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R(t) ≥ 3.0 bps/Hz  →  BL + EL  →  Chất lượng CAO (QP_eff ≈ 15)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5303520" cy="5029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R(t) ≥ 2.0 bps/Hz  →  BL only  →  MỜ nhưng xem được (QP = 35)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80560"/>
            <a:ext cx="5303520" cy="50292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R(t) &lt; 2.0 bps/Hz  →  Freeze frame  →  ĐỨNG HÌNH 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743200"/>
            <a:ext cx="5669280" cy="237744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</a:rPr>
              <a:t>📊 Đánh Giá Chất Lượng — PSNR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461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</a:rPr>
              <a:t>PSNR = 10 × log₁₀(255² / MSE)
• So sánh từng frame: decoded vs original YUV
• Full-Reference metric (cần video gốc)
• Đơn vị: dB (cao hơn = tốt hơn)
Kết quả:
  Adaptive QP:  33.6 ~ 41.2 dB  ✅ Tốt nhất
  SVC:          27.5 ~ 39.0 dB
  Straight:     27.2 ~ 30.0 dB
  Circle:       26.9 ~ 31.2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5394960"/>
            <a:ext cx="3840480" cy="100584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440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🏆 Kết quả chính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0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54F"/>
                </a:solidFill>
              </a:rPr>
              <a:t>Adaptive QP vượt Straight: +6 ~ +11 dB
Adaptive QP vượt SVC: +2 ~ +6 dB
Adaptive QP luôn CAO NHẤT mọi 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5394960"/>
            <a:ext cx="3840480" cy="100584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440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722"/>
                </a:solidFill>
              </a:rPr>
              <a:t>🔑 Tại sao Adaptive QP tốt hơn?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760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</a:rPr>
              <a:t>• QP thay đổi → tận dụng 100% R(t)
• SVC lãng phí khi R gần ngưỡng
• SVC freeze khi R &lt; 2.0 → PSNR rất thấp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5394960"/>
            <a:ext cx="3657600" cy="100584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440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📌 Lưu ý kỹ thuật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</a:rPr>
              <a:t>• Decoder KHÔNG cần biết QP
• QP được nhúng trong bitstream
• PSNR là Full-Reference metric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